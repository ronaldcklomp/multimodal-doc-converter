
<file path=[Content_Types].xml><?xml version="1.0" encoding="utf-8"?>
<Types xmlns="http://schemas.openxmlformats.org/package/2006/content-types"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customXml/itemProps1.xml" ContentType="application/vnd.openxmlformats-officedocument.customXmlProperties+xml"/>
  <Default Extension="jpe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4"/>
  </p:notesMasterIdLst>
  <p:sldIdLst>
    <p:sldId id="257" r:id="rId2"/>
    <p:sldId id="258" r:id="rId3"/>
    <p:sldId id="260" r:id="rId4"/>
    <p:sldId id="259" r:id="rId5"/>
    <p:sldId id="261" r:id="rId6"/>
    <p:sldId id="262" r:id="rId7"/>
    <p:sldId id="264" r:id="rId8"/>
    <p:sldId id="268" r:id="rId9"/>
    <p:sldId id="265" r:id="rId10"/>
    <p:sldId id="266" r:id="rId11"/>
    <p:sldId id="263" r:id="rId12"/>
    <p:sldId id="267" r:id="rId13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208710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6" autoAdjust="0"/>
    <p:restoredTop sz="78712" autoAdjust="0"/>
  </p:normalViewPr>
  <p:slideViewPr>
    <p:cSldViewPr>
      <p:cViewPr>
        <p:scale>
          <a:sx n="75" d="100"/>
          <a:sy n="75" d="100"/>
        </p:scale>
        <p:origin x="-6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nl-NL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opmaakprofielen van de modeltekst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3D24CDC-3356-4FED-9716-B5466B33BDAC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19996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9C58E0-1B7B-4EC2-89BD-F8CFFFA0AFEE}" type="slidenum">
              <a:rPr lang="nl-NL"/>
              <a:pPr/>
              <a:t>1</a:t>
            </a:fld>
            <a:endParaRPr lang="nl-NL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49500" y="107950"/>
            <a:ext cx="2189163" cy="1641475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650" y="1887538"/>
            <a:ext cx="6627813" cy="6977062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426C61-E372-43FC-89E3-D5709A815684}" type="slidenum">
              <a:rPr lang="nl-NL"/>
              <a:pPr/>
              <a:t>2</a:t>
            </a:fld>
            <a:endParaRPr lang="nl-NL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49500" y="107950"/>
            <a:ext cx="2189163" cy="1641475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650" y="1887538"/>
            <a:ext cx="6627813" cy="6977062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B4EAE6-DB21-4EBA-B2F8-C018ABA79558}" type="slidenum">
              <a:rPr lang="nl-NL"/>
              <a:pPr/>
              <a:t>4</a:t>
            </a:fld>
            <a:endParaRPr lang="nl-NL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49500" y="107950"/>
            <a:ext cx="2189163" cy="1641475"/>
          </a:xfrm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650" y="1887538"/>
            <a:ext cx="6627813" cy="6977062"/>
          </a:xfrm>
        </p:spPr>
        <p:txBody>
          <a:bodyPr/>
          <a:lstStyle/>
          <a:p>
            <a:endParaRPr lang="nl-N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Note that</a:t>
            </a:r>
            <a:r>
              <a:rPr lang="en-US" baseline="0" dirty="0" smtClean="0"/>
              <a:t> ControlDesk keeps a history of file names. This can help to quickly select the file. Be careful, there may be files in the list that are development files, so only use released files.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24CDC-3356-4FED-9716-B5466B33BDAC}" type="slidenum">
              <a:rPr lang="nl-NL" smtClean="0"/>
              <a:pPr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5434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top-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32125" y="3357563"/>
            <a:ext cx="5973763" cy="841375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marL="0" indent="0">
              <a:lnSpc>
                <a:spcPct val="80000"/>
              </a:lnSpc>
              <a:buFontTx/>
              <a:buNone/>
              <a:defRPr sz="2800" b="1" i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smtClean="0"/>
              <a:t>Name presenter</a:t>
            </a:r>
          </a:p>
        </p:txBody>
      </p:sp>
      <p:pic>
        <p:nvPicPr>
          <p:cNvPr id="11268" name="Picture 4" descr="LOGO DAFPACCAR P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183313"/>
            <a:ext cx="12192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9" name="Rectangle 5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949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  <p:extLst>
      <p:ext uri="{BB962C8B-B14F-4D97-AF65-F5344CB8AC3E}">
        <p14:creationId xmlns:p14="http://schemas.microsoft.com/office/powerpoint/2010/main" val="341080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27038" y="1239838"/>
            <a:ext cx="4156075" cy="4929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35513" y="1239838"/>
            <a:ext cx="4157662" cy="4929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634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0428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746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6670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  <p:extLst>
      <p:ext uri="{BB962C8B-B14F-4D97-AF65-F5344CB8AC3E}">
        <p14:creationId xmlns:p14="http://schemas.microsoft.com/office/powerpoint/2010/main" val="12605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</p:spTree>
    <p:extLst>
      <p:ext uri="{BB962C8B-B14F-4D97-AF65-F5344CB8AC3E}">
        <p14:creationId xmlns:p14="http://schemas.microsoft.com/office/powerpoint/2010/main" val="246117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169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853238" y="0"/>
            <a:ext cx="2152650" cy="61690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395288" y="0"/>
            <a:ext cx="6305550" cy="6169025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557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top-background"/>
          <p:cNvPicPr>
            <a:picLocks noChangeAspect="1" noChangeArrowheads="1"/>
          </p:cNvPicPr>
          <p:nvPr/>
        </p:nvPicPr>
        <p:blipFill>
          <a:blip r:embed="rId13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72" b="8240"/>
          <a:stretch>
            <a:fillRect/>
          </a:stretch>
        </p:blipFill>
        <p:spPr bwMode="auto">
          <a:xfrm>
            <a:off x="0" y="0"/>
            <a:ext cx="91440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Picture 3" descr="top-background"/>
          <p:cNvPicPr>
            <a:picLocks noChangeAspect="1" noChangeArrowheads="1"/>
          </p:cNvPicPr>
          <p:nvPr/>
        </p:nvPicPr>
        <p:blipFill>
          <a:blip r:embed="rId13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72" b="5643"/>
          <a:stretch>
            <a:fillRect/>
          </a:stretch>
        </p:blipFill>
        <p:spPr bwMode="auto">
          <a:xfrm>
            <a:off x="0" y="1004888"/>
            <a:ext cx="9144000" cy="13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7038" y="1239838"/>
            <a:ext cx="8466137" cy="4929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pic>
        <p:nvPicPr>
          <p:cNvPr id="10245" name="Picture 5" descr="LOGO DAFPACCAR PMS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183313"/>
            <a:ext cx="12192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0"/>
            <a:ext cx="8610600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 i="1">
          <a:solidFill>
            <a:schemeClr val="tx2"/>
          </a:solidFill>
          <a:latin typeface="Arial" charset="0"/>
        </a:defRPr>
      </a:lvl9pPr>
    </p:titleStyle>
    <p:bodyStyle>
      <a:lvl1pPr marL="288925" indent="-288925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400">
          <a:solidFill>
            <a:schemeClr val="tx2"/>
          </a:solidFill>
          <a:latin typeface="+mn-lt"/>
          <a:ea typeface="+mn-ea"/>
          <a:cs typeface="+mn-cs"/>
        </a:defRPr>
      </a:lvl1pPr>
      <a:lvl2pPr marL="669925" indent="-2667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−"/>
        <a:defRPr sz="2000">
          <a:solidFill>
            <a:schemeClr val="tx2"/>
          </a:solidFill>
          <a:latin typeface="+mn-lt"/>
        </a:defRPr>
      </a:lvl2pPr>
      <a:lvl3pPr marL="982663" indent="-174625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2"/>
          </a:solidFill>
          <a:latin typeface="+mn-lt"/>
        </a:defRPr>
      </a:lvl3pPr>
      <a:lvl4pPr marL="1428750" indent="-2667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−"/>
        <a:defRPr sz="2000">
          <a:solidFill>
            <a:schemeClr val="tx2"/>
          </a:solidFill>
          <a:latin typeface="+mn-lt"/>
        </a:defRPr>
      </a:lvl4pPr>
      <a:lvl5pPr marL="1793875" indent="-185738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2"/>
          </a:solidFill>
          <a:latin typeface="+mn-lt"/>
        </a:defRPr>
      </a:lvl5pPr>
      <a:lvl6pPr marL="2251075" indent="-185738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2"/>
          </a:solidFill>
          <a:latin typeface="+mn-lt"/>
        </a:defRPr>
      </a:lvl6pPr>
      <a:lvl7pPr marL="2708275" indent="-185738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2"/>
          </a:solidFill>
          <a:latin typeface="+mn-lt"/>
        </a:defRPr>
      </a:lvl7pPr>
      <a:lvl8pPr marL="3165475" indent="-185738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2"/>
          </a:solidFill>
          <a:latin typeface="+mn-lt"/>
        </a:defRPr>
      </a:lvl8pPr>
      <a:lvl9pPr marL="3622675" indent="-185738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 descr="DAF_DRIVEN_BY_QUALITYkopie"/>
          <p:cNvPicPr>
            <a:picLocks noChangeAspect="1" noChangeArrowheads="1"/>
          </p:cNvPicPr>
          <p:nvPr/>
        </p:nvPicPr>
        <p:blipFill>
          <a:blip r:embed="rId3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354763"/>
            <a:ext cx="1828800" cy="24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Afbeelding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08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32125" y="2708275"/>
            <a:ext cx="5973763" cy="1490663"/>
          </a:xfrm>
        </p:spPr>
        <p:txBody>
          <a:bodyPr/>
          <a:lstStyle/>
          <a:p>
            <a:r>
              <a:rPr lang="en-US" dirty="0" smtClean="0"/>
              <a:t>DAFTA Keywords in ControlDesk</a:t>
            </a:r>
            <a:endParaRPr lang="en-US" dirty="0"/>
          </a:p>
          <a:p>
            <a:r>
              <a:rPr lang="en-US" sz="2400" dirty="0" smtClean="0"/>
              <a:t>Niels de Grooth</a:t>
            </a:r>
            <a:endParaRPr lang="en-US" sz="2400" dirty="0"/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gray">
          <a:xfrm>
            <a:off x="0" y="0"/>
            <a:ext cx="9144000" cy="13414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pic>
        <p:nvPicPr>
          <p:cNvPr id="14343" name="Picture 7" descr="Afbeelding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4210050"/>
            <a:ext cx="1689100" cy="145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Afbeelding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4221163"/>
            <a:ext cx="1957387" cy="145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5" name="Picture 9" descr="Afbeelding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300" y="4221163"/>
            <a:ext cx="2041525" cy="144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607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StartKeywordsInControlDesk.py</a:t>
            </a:r>
            <a:br>
              <a:rPr lang="en-US" dirty="0" smtClean="0"/>
            </a:br>
            <a:r>
              <a:rPr lang="en-US" dirty="0" smtClean="0"/>
              <a:t>aka Running man</a:t>
            </a:r>
            <a:endParaRPr lang="en-US" dirty="0" smtClean="0"/>
          </a:p>
          <a:p>
            <a:r>
              <a:rPr lang="en-US" dirty="0" smtClean="0"/>
              <a:t>Integration with ATI Vision</a:t>
            </a:r>
            <a:br>
              <a:rPr lang="en-US" dirty="0" smtClean="0"/>
            </a:br>
            <a:r>
              <a:rPr lang="en-US" dirty="0" smtClean="0">
                <a:sym typeface="Wingdings" pitchFamily="2" charset="2"/>
              </a:rPr>
              <a:t> use arguments</a:t>
            </a:r>
          </a:p>
          <a:p>
            <a:r>
              <a:rPr lang="en-US" dirty="0" smtClean="0">
                <a:sym typeface="Wingdings" pitchFamily="2" charset="2"/>
              </a:rPr>
              <a:t>XCP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J1939 monitor</a:t>
            </a:r>
            <a:endParaRPr lang="en-US" dirty="0"/>
          </a:p>
          <a:p>
            <a:endParaRPr lang="en-US" dirty="0"/>
          </a:p>
        </p:txBody>
      </p:sp>
      <p:pic>
        <p:nvPicPr>
          <p:cNvPr id="16388" name="Picture 4" descr="DAF_DRIVEN_BY_QUALITYkopie"/>
          <p:cNvPicPr>
            <a:picLocks noChangeAspect="1" noChangeArrowheads="1"/>
          </p:cNvPicPr>
          <p:nvPr/>
        </p:nvPicPr>
        <p:blipFill>
          <a:blip r:embed="rId3" cstate="print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6354763"/>
            <a:ext cx="1828800" cy="24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Why?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the full power of test automation in Manual testing</a:t>
            </a:r>
          </a:p>
          <a:p>
            <a:r>
              <a:rPr lang="en-US" dirty="0" smtClean="0"/>
              <a:t>Use functions not available on ControlDesk layout</a:t>
            </a:r>
            <a:br>
              <a:rPr lang="en-US" dirty="0" smtClean="0"/>
            </a:br>
            <a:r>
              <a:rPr lang="en-US" dirty="0" smtClean="0"/>
              <a:t>such as</a:t>
            </a:r>
          </a:p>
          <a:p>
            <a:pPr lvl="1"/>
            <a:r>
              <a:rPr lang="en-US" dirty="0" err="1" smtClean="0"/>
              <a:t>Kwp</a:t>
            </a:r>
            <a:endParaRPr lang="en-US" dirty="0" smtClean="0"/>
          </a:p>
          <a:p>
            <a:pPr lvl="1"/>
            <a:r>
              <a:rPr lang="en-US" dirty="0" smtClean="0"/>
              <a:t>Tasks of mechanic: Report DTC’s / Clear DTC’s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61343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To: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Quickly get some info on DTCs</a:t>
            </a:r>
            <a:endParaRPr lang="en-US" dirty="0"/>
          </a:p>
          <a:p>
            <a:r>
              <a:rPr lang="en-US" dirty="0"/>
              <a:t>Get the vehicle quickly in a certain state or at a speed</a:t>
            </a:r>
          </a:p>
          <a:p>
            <a:pPr lvl="1"/>
            <a:r>
              <a:rPr lang="en-US" dirty="0" err="1">
                <a:latin typeface="Consolas" pitchFamily="49" charset="0"/>
                <a:cs typeface="Consolas" pitchFamily="49" charset="0"/>
              </a:rPr>
              <a:t>Driver.driveTo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vSpeed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=50)</a:t>
            </a:r>
          </a:p>
          <a:p>
            <a:pPr lvl="1"/>
            <a:r>
              <a:rPr lang="en-US" dirty="0" err="1">
                <a:latin typeface="Consolas" pitchFamily="49" charset="0"/>
                <a:cs typeface="Consolas" pitchFamily="49" charset="0"/>
              </a:rPr>
              <a:t>Driver.driveTo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(gear=6, rpm=1200)</a:t>
            </a:r>
          </a:p>
          <a:p>
            <a:r>
              <a:rPr lang="en-US" dirty="0"/>
              <a:t>Quickly execute (some) test steps</a:t>
            </a:r>
            <a:endParaRPr lang="nl-NL" dirty="0"/>
          </a:p>
          <a:p>
            <a:r>
              <a:rPr lang="en-US" dirty="0" smtClean="0"/>
              <a:t>Use XCP in manual tests</a:t>
            </a:r>
          </a:p>
        </p:txBody>
      </p:sp>
    </p:spTree>
    <p:extLst>
      <p:ext uri="{BB962C8B-B14F-4D97-AF65-F5344CB8AC3E}">
        <p14:creationId xmlns:p14="http://schemas.microsoft.com/office/powerpoint/2010/main" val="273843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What?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ControlDesk 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A2L with Vision strategy for </a:t>
            </a:r>
          </a:p>
          <a:p>
            <a:pPr lvl="1"/>
            <a:r>
              <a:rPr lang="en-US" dirty="0" smtClean="0"/>
              <a:t>Reading/ changing A2L labels</a:t>
            </a:r>
          </a:p>
          <a:p>
            <a:pPr lvl="1"/>
            <a:r>
              <a:rPr lang="en-US" dirty="0" smtClean="0"/>
              <a:t>XCP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PyScripter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2136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39838"/>
            <a:ext cx="8856984" cy="4929187"/>
          </a:xfrm>
        </p:spPr>
        <p:txBody>
          <a:bodyPr/>
          <a:lstStyle/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Mechanic.reportDTCs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Driver.driveTo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vSpeed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=80)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Driver.stopTruck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Kwp.readDataByLocalIdentifier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(0x90)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Kwp.writeDataByLocalIdentifier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(0x90, LID_DATA)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Mechanic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clearAllFaults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Config.US13()</a:t>
            </a:r>
          </a:p>
          <a:p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Engine.Controller.ACAN.RX.TESTRUN_INFO.TgId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[231] 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3</a:t>
            </a:r>
          </a:p>
          <a:p>
            <a:r>
              <a:rPr lang="en-US" sz="1800" dirty="0" err="1" smtClean="0">
                <a:latin typeface="Courier New" pitchFamily="49" charset="0"/>
                <a:cs typeface="Courier New" pitchFamily="49" charset="0"/>
              </a:rPr>
              <a:t>Engine.Controller.ACAN.RX.TESTINHIBIT_INFO.TgId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[231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1</a:t>
            </a:r>
          </a:p>
          <a:p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Xcp.stim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(‘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Engine_speed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666)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Xcp.stim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(‘J1939cm_propb_dpf_lr_fault_data.F_Hard’,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1)</a:t>
            </a:r>
            <a:endParaRPr lang="nl-NL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8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How?  (ControlDesk)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ControlDesk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D</a:t>
            </a:r>
            <a:r>
              <a:rPr lang="en-US" dirty="0"/>
              <a:t>:\HiLlab\MESST\StartKeywordsInControlDesk.py</a:t>
            </a:r>
            <a:endParaRPr lang="nl-NL" dirty="0"/>
          </a:p>
          <a:p>
            <a:endParaRPr lang="en-US" dirty="0" smtClean="0"/>
          </a:p>
          <a:p>
            <a:endParaRPr lang="nl-NL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59" y="1772816"/>
            <a:ext cx="5752465" cy="18561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Arrow Connector 6"/>
          <p:cNvCxnSpPr/>
          <p:nvPr/>
        </p:nvCxnSpPr>
        <p:spPr>
          <a:xfrm flipH="1">
            <a:off x="5148064" y="1772816"/>
            <a:ext cx="2232248" cy="288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000" y="1341748"/>
            <a:ext cx="720080" cy="79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>
          <a:blip r:embed="rId4"/>
          <a:stretch>
            <a:fillRect/>
          </a:stretch>
        </p:blipFill>
        <p:spPr>
          <a:xfrm>
            <a:off x="2501999" y="4365104"/>
            <a:ext cx="408622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4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How? (PyScripter)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</a:t>
            </a:r>
            <a:br>
              <a:rPr lang="en-US" dirty="0" smtClean="0"/>
            </a:br>
            <a:r>
              <a:rPr lang="en-US" dirty="0"/>
              <a:t>D:\</a:t>
            </a:r>
            <a:r>
              <a:rPr lang="en-US" dirty="0" smtClean="0"/>
              <a:t>HiLlab\MESST\StartKeywordsInControlDesk.py</a:t>
            </a:r>
          </a:p>
          <a:p>
            <a:r>
              <a:rPr lang="en-US" dirty="0" smtClean="0"/>
              <a:t>Press the ‘play’ button: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564904"/>
            <a:ext cx="5759450" cy="3411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43" t="10553" r="42515" b="83105"/>
          <a:stretch/>
        </p:blipFill>
        <p:spPr bwMode="auto">
          <a:xfrm>
            <a:off x="3995936" y="2060848"/>
            <a:ext cx="470520" cy="4303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786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How? (Py</a:t>
            </a:r>
            <a:r>
              <a:rPr lang="en-US" dirty="0"/>
              <a:t>S</a:t>
            </a:r>
            <a:r>
              <a:rPr lang="en-US" dirty="0" smtClean="0"/>
              <a:t>cripter)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5276850" cy="513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N:\ndg\py_argument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005064"/>
            <a:ext cx="43243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85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With A2L …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path to the A2L file has to be given to the script as an argument:</a:t>
            </a:r>
          </a:p>
          <a:p>
            <a:endParaRPr lang="en-US" dirty="0" smtClean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323528" y="2132856"/>
            <a:ext cx="4086225" cy="222885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 rotWithShape="1">
          <a:blip r:embed="rId4"/>
          <a:srcRect l="-1" r="80897" b="54431"/>
          <a:stretch/>
        </p:blipFill>
        <p:spPr bwMode="auto">
          <a:xfrm>
            <a:off x="4897971" y="2132856"/>
            <a:ext cx="3960440" cy="30963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5148064" y="5196036"/>
            <a:ext cx="3905746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F 5590 DAF sheet">
  <a:themeElements>
    <a:clrScheme name="SF 5590 DAF sheet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84F93"/>
      </a:accent1>
      <a:accent2>
        <a:srgbClr val="00CC99"/>
      </a:accent2>
      <a:accent3>
        <a:srgbClr val="FFFFFF"/>
      </a:accent3>
      <a:accent4>
        <a:srgbClr val="000000"/>
      </a:accent4>
      <a:accent5>
        <a:srgbClr val="AEB2C8"/>
      </a:accent5>
      <a:accent6>
        <a:srgbClr val="00B98A"/>
      </a:accent6>
      <a:hlink>
        <a:srgbClr val="BB2A31"/>
      </a:hlink>
      <a:folHlink>
        <a:srgbClr val="DCDCDC"/>
      </a:folHlink>
    </a:clrScheme>
    <a:fontScheme name="SF 5590 DAF shee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F 5590 DAF shee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F 5590 DAF shee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F 5590 DAF shee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F 5590 DAF shee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F 5590 DAF shee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F 5590 DAF shee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F 5590 DAF shee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F 5590 DAF sheet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84F93"/>
        </a:accent1>
        <a:accent2>
          <a:srgbClr val="00CC99"/>
        </a:accent2>
        <a:accent3>
          <a:srgbClr val="FFFFFF"/>
        </a:accent3>
        <a:accent4>
          <a:srgbClr val="000000"/>
        </a:accent4>
        <a:accent5>
          <a:srgbClr val="AEB2C8"/>
        </a:accent5>
        <a:accent6>
          <a:srgbClr val="00B98A"/>
        </a:accent6>
        <a:hlink>
          <a:srgbClr val="BB2A31"/>
        </a:hlink>
        <a:folHlink>
          <a:srgbClr val="DCDCD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IconOverlay xmlns="http://schemas.microsoft.com/sharepoint/v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1B54E9B020824281573A29BF8C35D9" ma:contentTypeVersion="2" ma:contentTypeDescription="Create a new document." ma:contentTypeScope="" ma:versionID="cd2fa43546063b67fc4b823a7fe14d3d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targetNamespace="http://schemas.microsoft.com/office/2006/metadata/properties" ma:root="true" ma:fieldsID="5d64970eb9730a22037e551848452a7e" ns1:_="" ns2:_="">
    <xsd:import namespace="http://schemas.microsoft.com/sharepoint/v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_vti_ItemHoldRecordStatus" minOccurs="0"/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HoldRecordStatus" ma:index="8" nillable="true" ma:displayName="Hold and Record Status" ma:decimals="0" ma:description="" ma:hidden="true" ma:indexed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 ma:readOnly="fals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C92BBB-CDDF-4F6A-82A7-9F10D7D8B1CF}"/>
</file>

<file path=customXml/itemProps2.xml><?xml version="1.0" encoding="utf-8"?>
<ds:datastoreItem xmlns:ds="http://schemas.openxmlformats.org/officeDocument/2006/customXml" ds:itemID="{FB8507CF-109F-4DFD-9C0B-228A69129402}"/>
</file>

<file path=customXml/itemProps3.xml><?xml version="1.0" encoding="utf-8"?>
<ds:datastoreItem xmlns:ds="http://schemas.openxmlformats.org/officeDocument/2006/customXml" ds:itemID="{5078FCF2-5DC6-460E-B89B-FF9DAD231F2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205</Words>
  <Application>Microsoft Office PowerPoint</Application>
  <PresentationFormat>On-screen Show (4:3)</PresentationFormat>
  <Paragraphs>58</Paragraphs>
  <Slides>12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SF 5590 DAF sheet</vt:lpstr>
      <vt:lpstr>PowerPoint Presentation</vt:lpstr>
      <vt:lpstr>PowerPoint Presentation</vt:lpstr>
      <vt:lpstr>PowerPoint Presentation</vt:lpstr>
      <vt:lpstr>Outline</vt:lpstr>
      <vt:lpstr>Why?</vt:lpstr>
      <vt:lpstr>To:</vt:lpstr>
      <vt:lpstr>What?</vt:lpstr>
      <vt:lpstr>Examples</vt:lpstr>
      <vt:lpstr>How?  (ControlDesk)</vt:lpstr>
      <vt:lpstr>How? (PyScripter)</vt:lpstr>
      <vt:lpstr>How? (PyScripter)</vt:lpstr>
      <vt:lpstr>With A2L …</vt:lpstr>
    </vt:vector>
  </TitlesOfParts>
  <Company>PACCAR Inc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enable Keywords In ControlDesk or PyScripter</dc:title>
  <dc:creator>a-bbijnens</dc:creator>
  <cp:lastModifiedBy>Niels de Grooth</cp:lastModifiedBy>
  <cp:revision>13</cp:revision>
  <dcterms:created xsi:type="dcterms:W3CDTF">2010-05-04T12:16:24Z</dcterms:created>
  <dcterms:modified xsi:type="dcterms:W3CDTF">2012-09-03T08:00:18Z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0x010100C61B54E9B020824281573A29BF8C35D9</vt:lpwstr>
  </property>
  <property fmtid="{D5CDD505-2E9C-101B-9397-08002B2CF9AE}" pid="3" name="Project">
    <vt:lpwstr>HILLAB</vt:lpwstr>
  </property>
  <property fmtid="{D5CDD505-2E9C-101B-9397-08002B2CF9AE}" pid="4" name="Order">
    <vt:r8>97300</vt:r8>
  </property>
  <property fmtid="{D5CDD505-2E9C-101B-9397-08002B2CF9AE}" pid="5" name="Hidden">
    <vt:bool>true</vt:bool>
  </property>
</Properties>
</file>